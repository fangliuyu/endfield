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46" r:id="rId3"/>
    <p:sldId id="261" r:id="rId4"/>
    <p:sldId id="378" r:id="rId5"/>
    <p:sldId id="379" r:id="rId6"/>
    <p:sldId id="373" r:id="rId7"/>
  </p:sldIdLst>
  <p:sldSz cx="12192000" cy="6858000"/>
  <p:notesSz cx="6794500" cy="9931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0" autoAdjust="0"/>
    <p:restoredTop sz="92003" autoAdjust="0"/>
  </p:normalViewPr>
  <p:slideViewPr>
    <p:cSldViewPr snapToGrid="0">
      <p:cViewPr varScale="1">
        <p:scale>
          <a:sx n="106" d="100"/>
          <a:sy n="106" d="100"/>
        </p:scale>
        <p:origin x="11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quarter" idx="1"/>
          </p:nvPr>
        </p:nvSpPr>
        <p:spPr>
          <a:xfrm>
            <a:off x="3848096" y="0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D717B8-F1D3-4E78-A559-1F125D7174F4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2/25/25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2"/>
          </p:nvPr>
        </p:nvSpPr>
        <p:spPr>
          <a:xfrm>
            <a:off x="0" y="9432922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3"/>
          </p:nvPr>
        </p:nvSpPr>
        <p:spPr>
          <a:xfrm>
            <a:off x="3848096" y="9432922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B0DC82-391D-4018-B57F-3BD06D9740A6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52559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期占位符 2"/>
          <p:cNvSpPr txBox="1">
            <a:spLocks noGrp="1"/>
          </p:cNvSpPr>
          <p:nvPr>
            <p:ph type="dt" idx="1"/>
          </p:nvPr>
        </p:nvSpPr>
        <p:spPr>
          <a:xfrm>
            <a:off x="3848096" y="0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/>
              </a:defRPr>
            </a:lvl1pPr>
          </a:lstStyle>
          <a:p>
            <a:pPr lvl="0"/>
            <a:fld id="{9F0FEC12-9F6D-424C-9401-5128719EA076}" type="datetime1">
              <a:rPr lang="en-US"/>
              <a:pPr lvl="0"/>
              <a:t>2/25/25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9096" y="1241426"/>
            <a:ext cx="5956301" cy="3351211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备注占位符 4"/>
          <p:cNvSpPr txBox="1">
            <a:spLocks noGrp="1"/>
          </p:cNvSpPr>
          <p:nvPr>
            <p:ph type="body" sz="quarter" idx="3"/>
          </p:nvPr>
        </p:nvSpPr>
        <p:spPr>
          <a:xfrm>
            <a:off x="679454" y="4779961"/>
            <a:ext cx="5435595" cy="391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zh-CN"/>
              <a:t>编辑母版文本样式 第二级 第三级 第四级 第五级</a:t>
            </a:r>
          </a:p>
        </p:txBody>
      </p:sp>
      <p:sp>
        <p:nvSpPr>
          <p:cNvPr id="6" name="页脚占位符 5"/>
          <p:cNvSpPr txBox="1">
            <a:spLocks noGrp="1"/>
          </p:cNvSpPr>
          <p:nvPr>
            <p:ph type="ftr" sz="quarter" idx="4"/>
          </p:nvPr>
        </p:nvSpPr>
        <p:spPr>
          <a:xfrm>
            <a:off x="0" y="9432922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灯片编号占位符 6"/>
          <p:cNvSpPr txBox="1">
            <a:spLocks noGrp="1"/>
          </p:cNvSpPr>
          <p:nvPr>
            <p:ph type="sldNum" sz="quarter" idx="5"/>
          </p:nvPr>
        </p:nvSpPr>
        <p:spPr>
          <a:xfrm>
            <a:off x="3848096" y="9432922"/>
            <a:ext cx="2944816" cy="498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/>
              </a:defRPr>
            </a:lvl1pPr>
          </a:lstStyle>
          <a:p>
            <a:pPr lvl="0"/>
            <a:fld id="{3661493A-2C5F-4CB7-87C7-A1DB520749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6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19100" y="1241425"/>
            <a:ext cx="5956300" cy="33512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3848096" y="9432922"/>
            <a:ext cx="2944816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EAF5480-68DA-4CE5-B1E9-348F738ADC25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等线"/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719831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19100" y="1241425"/>
            <a:ext cx="5956300" cy="33512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 txBox="1"/>
          <p:nvPr/>
        </p:nvSpPr>
        <p:spPr>
          <a:xfrm>
            <a:off x="3848096" y="9432922"/>
            <a:ext cx="2944816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312816-6BAF-4146-A8BA-A020D0D3E3D3}" type="slidenum">
              <a:rPr kern="0">
                <a:solidFill>
                  <a:srgbClr val="000000"/>
                </a:solidFill>
              </a:rPr>
              <a:pPr algn="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</a:t>
            </a:fld>
            <a:endParaRPr lang="en-US" sz="1200">
              <a:solidFill>
                <a:srgbClr val="000000"/>
              </a:solidFill>
              <a:latin typeface="等线"/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88999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0"/>
          <p:cNvGrpSpPr/>
          <p:nvPr/>
        </p:nvGrpSpPr>
        <p:grpSpPr>
          <a:xfrm>
            <a:off x="12508507" y="-93415"/>
            <a:ext cx="1866290" cy="2846773"/>
            <a:chOff x="12508507" y="-93415"/>
            <a:chExt cx="1866290" cy="2846773"/>
          </a:xfrm>
        </p:grpSpPr>
        <p:grpSp>
          <p:nvGrpSpPr>
            <p:cNvPr id="3" name="组合 21"/>
            <p:cNvGrpSpPr/>
            <p:nvPr/>
          </p:nvGrpSpPr>
          <p:grpSpPr>
            <a:xfrm>
              <a:off x="12574600" y="272344"/>
              <a:ext cx="1800197" cy="2481014"/>
              <a:chOff x="12574600" y="272344"/>
              <a:chExt cx="1800197" cy="2481014"/>
            </a:xfrm>
          </p:grpSpPr>
          <p:sp>
            <p:nvSpPr>
              <p:cNvPr id="4" name="矩形 23"/>
              <p:cNvSpPr/>
              <p:nvPr/>
            </p:nvSpPr>
            <p:spPr>
              <a:xfrm>
                <a:off x="12574600" y="2260332"/>
                <a:ext cx="576062" cy="216027"/>
              </a:xfrm>
              <a:prstGeom prst="rect">
                <a:avLst/>
              </a:prstGeom>
              <a:solidFill>
                <a:srgbClr val="00FF00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宋体" pitchFamily="2"/>
                </a:endParaRPr>
              </a:p>
            </p:txBody>
          </p:sp>
          <p:sp>
            <p:nvSpPr>
              <p:cNvPr id="5" name="文本框 24"/>
              <p:cNvSpPr txBox="1"/>
              <p:nvPr/>
            </p:nvSpPr>
            <p:spPr>
              <a:xfrm>
                <a:off x="12574600" y="2476359"/>
                <a:ext cx="1368152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000000"/>
                    </a:solidFill>
                    <a:uFillTx/>
                    <a:latin typeface="微软雅黑" pitchFamily="34"/>
                    <a:ea typeface="微软雅黑" pitchFamily="34"/>
                  </a:rPr>
                  <a:t>R:0 G:255 B:0</a:t>
                </a:r>
              </a:p>
            </p:txBody>
          </p:sp>
          <p:sp>
            <p:nvSpPr>
              <p:cNvPr id="6" name="矩形 25"/>
              <p:cNvSpPr/>
              <p:nvPr/>
            </p:nvSpPr>
            <p:spPr>
              <a:xfrm>
                <a:off x="12574600" y="934928"/>
                <a:ext cx="576062" cy="216027"/>
              </a:xfrm>
              <a:prstGeom prst="rect">
                <a:avLst/>
              </a:prstGeom>
              <a:solidFill>
                <a:srgbClr val="005C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宋体" pitchFamily="2"/>
                </a:endParaRPr>
              </a:p>
            </p:txBody>
          </p:sp>
          <p:sp>
            <p:nvSpPr>
              <p:cNvPr id="7" name="文本框 26"/>
              <p:cNvSpPr txBox="1"/>
              <p:nvPr/>
            </p:nvSpPr>
            <p:spPr>
              <a:xfrm>
                <a:off x="12574600" y="1160465"/>
                <a:ext cx="1368152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000000"/>
                    </a:solidFill>
                    <a:uFillTx/>
                    <a:latin typeface="微软雅黑" pitchFamily="34"/>
                    <a:ea typeface="微软雅黑" pitchFamily="34"/>
                  </a:rPr>
                  <a:t>R:0 G:92 B:79</a:t>
                </a:r>
              </a:p>
            </p:txBody>
          </p:sp>
          <p:sp>
            <p:nvSpPr>
              <p:cNvPr id="8" name="矩形 27"/>
              <p:cNvSpPr/>
              <p:nvPr/>
            </p:nvSpPr>
            <p:spPr>
              <a:xfrm>
                <a:off x="12574600" y="1592519"/>
                <a:ext cx="576062" cy="216027"/>
              </a:xfrm>
              <a:prstGeom prst="rect">
                <a:avLst/>
              </a:prstGeom>
              <a:solidFill>
                <a:srgbClr val="45B035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宋体" pitchFamily="2"/>
                </a:endParaRPr>
              </a:p>
            </p:txBody>
          </p:sp>
          <p:sp>
            <p:nvSpPr>
              <p:cNvPr id="9" name="文本框 28"/>
              <p:cNvSpPr txBox="1"/>
              <p:nvPr/>
            </p:nvSpPr>
            <p:spPr>
              <a:xfrm>
                <a:off x="12574600" y="1828287"/>
                <a:ext cx="1800197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000000"/>
                    </a:solidFill>
                    <a:uFillTx/>
                    <a:latin typeface="微软雅黑" pitchFamily="34"/>
                    <a:ea typeface="微软雅黑" pitchFamily="34"/>
                  </a:rPr>
                  <a:t>R:69 G:176 B:53</a:t>
                </a:r>
              </a:p>
            </p:txBody>
          </p:sp>
          <p:sp>
            <p:nvSpPr>
              <p:cNvPr id="10" name="矩形 29"/>
              <p:cNvSpPr/>
              <p:nvPr/>
            </p:nvSpPr>
            <p:spPr>
              <a:xfrm>
                <a:off x="12574600" y="272344"/>
                <a:ext cx="576062" cy="216027"/>
              </a:xfrm>
              <a:prstGeom prst="rect">
                <a:avLst/>
              </a:prstGeom>
              <a:solidFill>
                <a:srgbClr val="404040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宋体" pitchFamily="2"/>
                </a:endParaRPr>
              </a:p>
            </p:txBody>
          </p:sp>
          <p:sp>
            <p:nvSpPr>
              <p:cNvPr id="11" name="文本框 30"/>
              <p:cNvSpPr txBox="1"/>
              <p:nvPr/>
            </p:nvSpPr>
            <p:spPr>
              <a:xfrm>
                <a:off x="12574600" y="512393"/>
                <a:ext cx="1800197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000000"/>
                    </a:solidFill>
                    <a:uFillTx/>
                    <a:latin typeface="微软雅黑" pitchFamily="34"/>
                    <a:ea typeface="微软雅黑" pitchFamily="34"/>
                  </a:rPr>
                  <a:t>R:64 G:64 B:64</a:t>
                </a:r>
              </a:p>
            </p:txBody>
          </p:sp>
        </p:grpSp>
        <p:sp>
          <p:nvSpPr>
            <p:cNvPr id="12" name="文本框 22"/>
            <p:cNvSpPr txBox="1"/>
            <p:nvPr/>
          </p:nvSpPr>
          <p:spPr>
            <a:xfrm>
              <a:off x="12508507" y="-93415"/>
              <a:ext cx="1284329" cy="26160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微软雅黑" pitchFamily="34"/>
                  <a:ea typeface="微软雅黑" pitchFamily="34"/>
                </a:rPr>
                <a:t>PPT</a:t>
              </a:r>
              <a:r>
                <a:rPr lang="zh-CN" sz="1100" b="0" i="0" u="none" strike="noStrike" kern="1200" cap="none" spc="0" baseline="0">
                  <a:solidFill>
                    <a:srgbClr val="000000"/>
                  </a:solidFill>
                  <a:uFillTx/>
                  <a:latin typeface="微软雅黑" pitchFamily="34"/>
                  <a:ea typeface="微软雅黑" pitchFamily="34"/>
                </a:rPr>
                <a:t>常用颜色色值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79715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10288956" y="6583359"/>
            <a:ext cx="1583704" cy="1749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2070" tIns="46040" rIns="92070" bIns="4604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微软雅黑" pitchFamily="34"/>
                <a:ea typeface="微软雅黑" pitchFamily="34"/>
                <a:cs typeface="Arial" pitchFamily="34"/>
              </a:rPr>
              <a:t>Goertek Confidential</a:t>
            </a:r>
          </a:p>
        </p:txBody>
      </p:sp>
      <p:sp>
        <p:nvSpPr>
          <p:cNvPr id="3" name="灯片编号占位符 2"/>
          <p:cNvSpPr/>
          <p:nvPr/>
        </p:nvSpPr>
        <p:spPr>
          <a:xfrm>
            <a:off x="11596667" y="6583359"/>
            <a:ext cx="512237" cy="1749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6FAC783-AD18-4BA1-9D94-B0EE375BFA9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微软雅黑" pitchFamily="34"/>
              <a:ea typeface="微软雅黑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7485110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 hasCustomPrompt="1"/>
          </p:nvPr>
        </p:nvSpPr>
        <p:spPr>
          <a:xfrm>
            <a:off x="304796" y="152403"/>
            <a:ext cx="9859106" cy="5040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zh-CN" sz="2000" b="1" i="0" u="none" strike="noStrike" cap="none" spc="0" baseline="0">
                <a:solidFill>
                  <a:srgbClr val="000000"/>
                </a:solidFill>
                <a:uFillTx/>
                <a:latin typeface="微软雅黑" pitchFamily="34"/>
                <a:ea typeface="微软雅黑" pitchFamily="34"/>
              </a:defRPr>
            </a:lvl1pPr>
          </a:lstStyle>
          <a:p>
            <a:pPr lvl="0"/>
            <a:r>
              <a:rPr lang="en-US" altLang="zh-CN" sz="2000" dirty="0"/>
              <a:t>{SN} – {fail items}</a:t>
            </a:r>
            <a:endParaRPr lang="zh-CN" dirty="0"/>
          </a:p>
        </p:txBody>
      </p:sp>
      <p:sp>
        <p:nvSpPr>
          <p:cNvPr id="3" name="内容占位符 8"/>
          <p:cNvSpPr txBox="1">
            <a:spLocks noGrp="1"/>
          </p:cNvSpPr>
          <p:nvPr>
            <p:ph sz="quarter" idx="4294967295"/>
          </p:nvPr>
        </p:nvSpPr>
        <p:spPr>
          <a:xfrm>
            <a:off x="232879" y="841942"/>
            <a:ext cx="11674867" cy="3293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zh-CN" sz="1800" b="0" i="0" u="none" strike="noStrike" cap="none" spc="0" baseline="0">
                <a:solidFill>
                  <a:srgbClr val="000000"/>
                </a:solidFill>
                <a:uFillTx/>
                <a:latin typeface="微软雅黑" pitchFamily="34"/>
                <a:ea typeface="微软雅黑" pitchFamily="34"/>
              </a:defRPr>
            </a:lvl1pPr>
          </a:lstStyle>
          <a:p>
            <a:pPr lvl="0"/>
            <a:r>
              <a:rPr lang="zh-CN" dirty="0"/>
              <a:t>单击此处编辑母版文本样式</a:t>
            </a: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BDA56C18-75D7-2E47-84D3-D7C48338B8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9771" y="1600427"/>
            <a:ext cx="4463143" cy="4092801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97639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8000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10288956" y="6583359"/>
            <a:ext cx="1583704" cy="1749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2070" tIns="46040" rIns="92070" bIns="4604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微软雅黑" pitchFamily="34"/>
                <a:ea typeface="微软雅黑" pitchFamily="34"/>
                <a:cs typeface="Arial" pitchFamily="34"/>
              </a:rPr>
              <a:t>Goertek Confidential</a:t>
            </a:r>
          </a:p>
        </p:txBody>
      </p:sp>
      <p:sp>
        <p:nvSpPr>
          <p:cNvPr id="3" name="灯片编号占位符 2"/>
          <p:cNvSpPr/>
          <p:nvPr/>
        </p:nvSpPr>
        <p:spPr>
          <a:xfrm>
            <a:off x="11596667" y="6583359"/>
            <a:ext cx="512237" cy="1749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66034F-0368-4CD2-9E0D-463B4DF35741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微软雅黑" pitchFamily="34"/>
              <a:ea typeface="微软雅黑" pitchFamily="34"/>
            </a:endParaRPr>
          </a:p>
        </p:txBody>
      </p:sp>
      <p:cxnSp>
        <p:nvCxnSpPr>
          <p:cNvPr id="4" name="直接连接符 4"/>
          <p:cNvCxnSpPr/>
          <p:nvPr/>
        </p:nvCxnSpPr>
        <p:spPr>
          <a:xfrm>
            <a:off x="293074" y="691661"/>
            <a:ext cx="9866924" cy="0"/>
          </a:xfrm>
          <a:prstGeom prst="straightConnector1">
            <a:avLst/>
          </a:prstGeom>
          <a:noFill/>
          <a:ln w="25402" cap="flat">
            <a:solidFill>
              <a:srgbClr val="005C4F"/>
            </a:solidFill>
            <a:prstDash val="solid"/>
            <a:miter/>
          </a:ln>
        </p:spPr>
      </p:cxnSp>
      <p:pic>
        <p:nvPicPr>
          <p:cNvPr id="5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757" y="128957"/>
            <a:ext cx="1851980" cy="703383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7033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文本框 3"/>
          <p:cNvSpPr txBox="1"/>
          <p:nvPr/>
        </p:nvSpPr>
        <p:spPr>
          <a:xfrm>
            <a:off x="1737818" y="4242300"/>
            <a:ext cx="888065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{config}, {station}</a:t>
            </a:r>
            <a:r>
              <a:rPr lang="en-US" b="1" kern="0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,</a:t>
            </a:r>
            <a:r>
              <a:rPr lang="en-US" altLang="zh-CN" b="1" kern="0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{fail items}, </a:t>
            </a:r>
            <a:r>
              <a:rPr lang="en-US" altLang="zh-CN" b="1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{SN}</a:t>
            </a:r>
          </a:p>
        </p:txBody>
      </p:sp>
      <p:sp>
        <p:nvSpPr>
          <p:cNvPr id="4" name="文本框 5"/>
          <p:cNvSpPr txBox="1"/>
          <p:nvPr/>
        </p:nvSpPr>
        <p:spPr>
          <a:xfrm>
            <a:off x="9129520" y="5288540"/>
            <a:ext cx="1843280" cy="523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微软雅黑" pitchFamily="34"/>
                <a:ea typeface="微软雅黑" pitchFamily="34"/>
              </a:rPr>
              <a:t>GTK EE FA TEAM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1400" dirty="0">
                <a:solidFill>
                  <a:srgbClr val="000000"/>
                </a:solidFill>
                <a:latin typeface="微软雅黑" pitchFamily="34"/>
                <a:ea typeface="微软雅黑" pitchFamily="34"/>
              </a:rPr>
              <a:t>{time}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微软雅黑" pitchFamily="34"/>
              <a:ea typeface="微软雅黑" pitchFamily="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418639" y="196470"/>
            <a:ext cx="7183000" cy="504090"/>
          </a:xfr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r>
              <a:rPr lang="en-US" sz="1600" dirty="0"/>
              <a:t>FA Dashboard</a:t>
            </a:r>
          </a:p>
        </p:txBody>
      </p:sp>
      <p:graphicFrame>
        <p:nvGraphicFramePr>
          <p:cNvPr id="3" name="内容占位符 5"/>
          <p:cNvGraphicFramePr>
            <a:graphicFrameLocks noGrp="1"/>
          </p:cNvGraphicFramePr>
          <p:nvPr>
            <p:ph type="tbl" sz="quarter" idx="4294967295"/>
            <p:extLst>
              <p:ext uri="{D42A27DB-BD31-4B8C-83A1-F6EECF244321}">
                <p14:modId xmlns:p14="http://schemas.microsoft.com/office/powerpoint/2010/main" val="2940155872"/>
              </p:ext>
            </p:extLst>
          </p:nvPr>
        </p:nvGraphicFramePr>
        <p:xfrm>
          <a:off x="418639" y="1151043"/>
          <a:ext cx="10634171" cy="18542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51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Step 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</a:rPr>
                        <a:t>  analysis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Remark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Impedance check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zh-CN" altLang="en-US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X-Ray check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US" altLang="zh-CN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7350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zh-CN" altLang="en-US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Thermal Imager check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US" altLang="zh-CN" sz="1200" b="0" i="0" u="none" strike="noStrike" kern="1200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8497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zh-CN" altLang="en-US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CN" sz="12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Summary /conclusion</a:t>
                      </a:r>
                      <a:endParaRPr lang="en-US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356355" y="174437"/>
            <a:ext cx="9859106" cy="504090"/>
          </a:xfrm>
        </p:spPr>
        <p:txBody>
          <a:bodyPr/>
          <a:lstStyle/>
          <a:p>
            <a:pPr lvl="0"/>
            <a:r>
              <a:rPr lang="en-US" sz="1600" dirty="0"/>
              <a:t>Failed Unit Information</a:t>
            </a:r>
          </a:p>
        </p:txBody>
      </p:sp>
      <p:graphicFrame>
        <p:nvGraphicFramePr>
          <p:cNvPr id="7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4233"/>
              </p:ext>
            </p:extLst>
          </p:nvPr>
        </p:nvGraphicFramePr>
        <p:xfrm>
          <a:off x="356353" y="1022771"/>
          <a:ext cx="10444996" cy="441686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08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487">
                <a:tc>
                  <a:txBody>
                    <a:bodyPr/>
                    <a:lstStyle/>
                    <a:p>
                      <a:pPr lvl="0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626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Unit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</a:rPr>
                        <a:t> Radar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{radar}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38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/>
                        <a:t>SN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/>
                        <a:t>{SN}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90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/>
                        <a:t>Test</a:t>
                      </a:r>
                      <a:r>
                        <a:rPr lang="en-US" sz="1400" b="1" baseline="0" dirty="0"/>
                        <a:t> station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CN" sz="1400" i="0" dirty="0"/>
                        <a:t>{station}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920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/>
                        <a:t>Issue</a:t>
                      </a:r>
                      <a:r>
                        <a:rPr lang="en-US" sz="1400" b="1" baseline="0" dirty="0"/>
                        <a:t> mode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b="0" i="1" u="none" strike="noStrike" kern="12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{fail items}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19EE7-87C8-C64C-9934-67987FE4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{SN} – {fail items}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51E4E-F2CA-A442-8F1E-1DF9D650451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32879" y="841942"/>
            <a:ext cx="11674867" cy="32931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2400" b="1" dirty="0">
                <a:latin typeface="Helvetica" pitchFamily="2"/>
                <a:ea typeface="微软雅黑" pitchFamily="34"/>
              </a:rPr>
              <a:t>FA step: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2000" kern="0" dirty="0">
                <a:solidFill>
                  <a:srgbClr val="000000"/>
                </a:solidFill>
                <a:latin typeface="Helvetica" pitchFamily="2"/>
                <a:ea typeface="微软雅黑" pitchFamily="34"/>
              </a:rPr>
              <a:t>Impedance check:</a:t>
            </a:r>
          </a:p>
        </p:txBody>
      </p: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AB82E460-F8CB-7748-9506-98DE1FF9E7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23123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19EE7-87C8-C64C-9934-67987FE4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{SN} – {fail items}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51E4E-F2CA-A442-8F1E-1DF9D650451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32879" y="841942"/>
            <a:ext cx="11674867" cy="32931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2400" b="1" dirty="0">
                <a:latin typeface="Helvetica" pitchFamily="2"/>
                <a:ea typeface="微软雅黑" pitchFamily="34"/>
              </a:rPr>
              <a:t>FA step: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2000" kern="0" dirty="0">
                <a:solidFill>
                  <a:srgbClr val="000000"/>
                </a:solidFill>
                <a:latin typeface="Helvetica" pitchFamily="2"/>
                <a:ea typeface="微软雅黑" pitchFamily="34"/>
              </a:rPr>
              <a:t>X-Ray check:</a:t>
            </a:r>
          </a:p>
        </p:txBody>
      </p: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AB82E460-F8CB-7748-9506-98DE1FF9E7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4231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Grp="1"/>
          </p:cNvSpPr>
          <p:nvPr>
            <p:ph type="title"/>
          </p:nvPr>
        </p:nvSpPr>
        <p:spPr>
          <a:xfrm>
            <a:off x="304796" y="176787"/>
            <a:ext cx="9859106" cy="504090"/>
          </a:xfr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r>
              <a:rPr lang="en-US" sz="1600" dirty="0"/>
              <a:t>Summary /conclusion</a:t>
            </a: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219117" y="847005"/>
            <a:ext cx="11972883" cy="67345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1600" b="1" kern="0" dirty="0">
                <a:solidFill>
                  <a:srgbClr val="000000"/>
                </a:solidFill>
                <a:latin typeface="Helvetica" pitchFamily="2"/>
                <a:ea typeface="微软雅黑" pitchFamily="34"/>
              </a:rPr>
              <a:t>Conclusion: 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7E88882-D7E6-0B4C-B532-220BB7F65A34}"/>
              </a:ext>
            </a:extLst>
          </p:cNvPr>
          <p:cNvSpPr txBox="1">
            <a:spLocks/>
          </p:cNvSpPr>
          <p:nvPr/>
        </p:nvSpPr>
        <p:spPr>
          <a:xfrm>
            <a:off x="219117" y="1675953"/>
            <a:ext cx="11972883" cy="67345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1600" b="1" kern="0" dirty="0">
                <a:solidFill>
                  <a:srgbClr val="000000"/>
                </a:solidFill>
                <a:latin typeface="Helvetica" pitchFamily="2"/>
                <a:ea typeface="微软雅黑" pitchFamily="34"/>
              </a:rPr>
              <a:t>Next Step: </a:t>
            </a:r>
          </a:p>
          <a:p>
            <a:pPr marL="0" inden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altLang="zh-CN" sz="1400" kern="0" dirty="0">
              <a:solidFill>
                <a:srgbClr val="000000"/>
              </a:solidFill>
              <a:latin typeface="Helvetica" pitchFamily="2"/>
              <a:ea typeface="微软雅黑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137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12645</TotalTime>
  <Words>106</Words>
  <Application>Microsoft Macintosh PowerPoint</Application>
  <PresentationFormat>宽屏</PresentationFormat>
  <Paragraphs>41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宋体</vt:lpstr>
      <vt:lpstr>微软雅黑</vt:lpstr>
      <vt:lpstr>Arial</vt:lpstr>
      <vt:lpstr>Calibri</vt:lpstr>
      <vt:lpstr>Helvetica</vt:lpstr>
      <vt:lpstr>Office 主题</vt:lpstr>
      <vt:lpstr>PowerPoint 演示文稿</vt:lpstr>
      <vt:lpstr>FA Dashboard</vt:lpstr>
      <vt:lpstr>Failed Unit Information</vt:lpstr>
      <vt:lpstr>{SN} – {fail items}</vt:lpstr>
      <vt:lpstr>{SN} – {fail items}</vt:lpstr>
      <vt:lpstr>Summary /conclusion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康菲菲</dc:creator>
  <cp:lastModifiedBy>Microsoft Office User</cp:lastModifiedBy>
  <cp:revision>995</cp:revision>
  <dcterms:created xsi:type="dcterms:W3CDTF">2016-07-18T01:32:13Z</dcterms:created>
  <dcterms:modified xsi:type="dcterms:W3CDTF">2025-02-25T05:48:08Z</dcterms:modified>
</cp:coreProperties>
</file>